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· zafiyet · varlık — şema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12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593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Sorunun cevabı:</a:t>
            </a:r>
            <a:r>
              <a:rPr sz="1800" b="0">
                <a:solidFill>
                  <a:srgbClr val="1F2D3A"/>
                </a:solidFill>
              </a:rPr>
              <a:t> bakiye şifresiz →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; IBAN yolda değişiyor →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; bayram gecesi çöküyor → </a:t>
            </a:r>
            <a:r>
              <a:rPr sz="1800" b="1">
                <a:solidFill>
                  <a:srgbClr val="1F2D3A"/>
                </a:solidFill>
              </a:rPr>
              <a:t>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modelleri — şema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67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03195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Bir hata dış katmanları geçse bile </a:t>
            </a:r>
            <a:r>
              <a:rPr sz="1100" b="1">
                <a:solidFill>
                  <a:srgbClr val="1F2D3A"/>
                </a:solidFill>
              </a:rPr>
              <a:t>bir sonraki</a:t>
            </a:r>
            <a:r>
              <a:rPr sz="11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planı — şema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TELEFON (güvenilmez)                    SUNUCU (güvenilir)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─────────────────────                   ──────────────────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Mobil uygulama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Java  ──── D: TLS + mesaj şifreleme ───&gt;  Arka uç + HSM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B (JNI)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native C/C++ ── E: NFC ──&gt;  Ödeme terminali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Yerel veritabanı (şifreli)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Mobil ödeme mimarisi — şema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3909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şema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3909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mimarisi — şema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596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PATH ile kandırma — şema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 — şema</a:t>
            </a:r>
          </a:p>
        </p:txBody>
      </p:sp>
      <p:pic>
        <p:nvPicPr>
          <p:cNvPr id="7" name="Picture 6" descr="h01-13-surec-belle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549611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yüksek adres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┌──────────────────────┐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Yığın (stack)   ↓    │  yerel değişkenler, dönüş adresleri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     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Öbek (heap)     ↑    │  malloc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.data / .bss         │  küresel değişkenler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.text                │  makine kodu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└──────────────────────┘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düşük adres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Bellekteki yapı ve taşma — şema</a:t>
            </a:r>
          </a:p>
        </p:txBody>
      </p:sp>
      <p:pic>
        <p:nvPicPr>
          <p:cNvPr id="7" name="Picture 6" descr="h01-14-yapi-bellek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Yığında taşma adım adım — şema</a:t>
            </a:r>
          </a:p>
        </p:txBody>
      </p:sp>
      <p:pic>
        <p:nvPicPr>
          <p:cNvPr id="7" name="Picture 6" descr="h01-15-yiginda-tas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Belleğin ömrü ve CWE'ler — şema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[ Arayüz ] → [ İş mantığı ] ──yalnız tutamaç + şifreli veri──▶ [ Korunan çekirdek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                    kripto · anahtar · RASP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Bölümleme — şema</a:t>
            </a:r>
          </a:p>
        </p:txBody>
      </p:sp>
      <p:pic>
        <p:nvPicPr>
          <p:cNvPr id="7" name="Picture 6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Açıklık penceresi — şema</a:t>
            </a:r>
          </a:p>
        </p:txBody>
      </p:sp>
      <p:pic>
        <p:nvPicPr>
          <p:cNvPr id="7" name="Picture 6" descr="h01-16-aciklik-pencer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 — şema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Ödeme anahtarını ele geçir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Ödeme anahtarını ele geçir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Bellekten oku (çalışırken)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İkiliden çıkar (statik)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Sunucudan sız (ağ)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Bellekten oku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Debugger bağla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 dökümü al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Hook ile yakala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