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pic>
        <p:nvPicPr>
          <p:cNvPr id="7" name="Picture 6" descr="h05-01-enjeksiyon-ko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65660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derleme → SBOM üret (CycloneDX) → açık tarama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VEX ile değerlendir → sürümle birlikte arşivle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