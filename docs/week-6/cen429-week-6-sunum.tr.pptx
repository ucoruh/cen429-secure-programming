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Self-hashing — şema</a:t>
            </a:r>
          </a:p>
        </p:txBody>
      </p:sp>
      <p:pic>
        <p:nvPicPr>
          <p:cNvPr id="7" name="Picture 6" descr="h06-03-self-has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motoru — şema</a:t>
            </a:r>
          </a:p>
        </p:txBody>
      </p:sp>
      <p:pic>
        <p:nvPicPr>
          <p:cNvPr id="7" name="Picture 6" descr="h06-05-rasp-moto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— şema</a:t>
            </a:r>
          </a:p>
        </p:txBody>
      </p:sp>
      <p:pic>
        <p:nvPicPr>
          <p:cNvPr id="7" name="Picture 6" descr="h06-06-waf-ra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pic>
        <p:nvPicPr>
          <p:cNvPr id="7" name="Picture 6" descr="h06-01-rasp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7907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Katmanlar birbirini korur — şema</a:t>
            </a:r>
          </a:p>
        </p:txBody>
      </p:sp>
      <p:pic>
        <p:nvPicPr>
          <p:cNvPr id="7" name="Picture 6" descr="h06-02-katman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[başlangıç] → ortam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[kritik işlem] → bütünlük + anti-debug + hook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[periyodik/rastgele] → tekrar denetim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↳ hepsi gizli, opak sonuç, çapraz denetim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yolları — şema</a:t>
            </a:r>
          </a:p>
        </p:txBody>
      </p:sp>
      <p:pic>
        <p:nvPicPr>
          <p:cNvPr id="7" name="Picture 6" descr="h06-07-anti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t0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... küçük bir iş 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t1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(t1 - t0 &gt; eşik) → biri durdurup inceliyor olabilir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sezme — şema</a:t>
            </a:r>
          </a:p>
        </p:txBody>
      </p:sp>
      <p:pic>
        <p:nvPicPr>
          <p:cNvPr id="7" name="Picture 6" descr="h06-08-zaman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Anti-debug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atlanabilir.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— şema</a:t>
            </a:r>
          </a:p>
        </p:txBody>
      </p:sp>
      <p:pic>
        <p:nvPicPr>
          <p:cNvPr id="7" name="Picture 6" descr="h06-11-te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yanlış pozitif — şema</a:t>
            </a:r>
          </a:p>
        </p:txBody>
      </p:sp>
      <p:pic>
        <p:nvPicPr>
          <p:cNvPr id="7" name="Picture 6" descr="h06-09-e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Emülatör algılama yanlış pozitif verir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gerçek cihazlar emülatör gibi görünebilir.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Geliştiriciler de emülatör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sert olmamalı</a:t>
            </a:r>
            <a:r>
              <a:rPr sz="2000" b="0">
                <a:solidFill>
                  <a:srgbClr val="1F2D3A"/>
                </a:solidFill>
              </a:rPr>
              <a:t>: kısıtla, engelleme, dikkatle.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algılama — şema</a:t>
            </a:r>
          </a:p>
        </p:txBody>
      </p:sp>
      <p:pic>
        <p:nvPicPr>
          <p:cNvPr id="7" name="Picture 6" descr="h06-10-h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 — şema</a:t>
            </a:r>
          </a:p>
        </p:txBody>
      </p:sp>
      <p:pic>
        <p:nvPicPr>
          <p:cNvPr id="7" name="Picture 6" descr="h06-04-akis-say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— şema</a:t>
            </a:r>
          </a:p>
        </p:txBody>
      </p:sp>
      <p:pic>
        <p:nvPicPr>
          <p:cNvPr id="7" name="Picture 6" descr="h06-12-cihaz-bag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Gösterge güvenilir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evet -&gt; reddet + sunucuya bildir (gecikmeli, dolaylı)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belirsiz -&gt; devam + risk skoru artır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yanlış pozitifi düşün, kaynağı gizle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