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8150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&lt;svg viewBox="0 0 900 300" style="width:90%;height:auto;display:block;margin:2px auto" font-family="sans-serif"&gt; &lt;line x1="90" y1="30" x2="90" y2="250" stroke="#555" stroke-width="2"/&gt; &lt;text x="60" y="150" font-size="14" fill="#555" transform="rotate(-90 60 150)" text-anchor="middle"&gt;güç &amp;amp; maliyet →&lt;/text&gt; &lt;g font-size="15" fill="#fff"&gt; &lt;rect x="100" y="215" width="260" height="34" fill="#9ed6d7"/&gt;&lt;text x="115" y="238" fill="#083a3e"&gt;1 · Düzen/Ad (isim, biçim, dize)&lt;/text&gt; &lt;rect x="100" y="173" width="360" height="34" fill="#6ec6c8"/&gt;&lt;text x="115" y="196" fill="#083a3e"&gt;2 · Veri (aritmetik, dizi, sabit gizleme)&lt;/text&gt; &lt;rect x="100" y="131" width="470" height="34" fill="#33a7ab"/&gt;&lt;text x="115" y="154"&gt;3 · Kontrol akışı (düzleştirme, opak yüklem)&lt;/text&gt; &lt;rect x="100" y="89" width="590" height="34" fill="#0a9396"/&gt;&lt;text x="115" y="112"&gt;4 · Önleyici (anti-debug, anti-analiz)&lt;/text&gt; &lt;rect x="100" y="47" width="710" height="34" fill="#006d77"/&gt;&lt;text x="115" y="70"&gt;5 · Sanallaştırma (bytecode + yorumlayıcı) — en güçlü/en pahalı&lt;/text&gt; &lt;/g&gt; &lt;text x="450" y="285" text-anchor="middle" font-size="15" fill="#c0392b"&gt;Güç birliktelikten + çeşitlendirmeden gelir; her aile ölçülmeli. Hiçbiri anahtarı korumaz.&lt;/text&gt; &lt;/svg&gt;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kaynak.c  --(derleyici)--&gt;  program (ikili)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insan okur              makine çalıştırır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[giriş] → [koşul] → [evet bloğu] → [çıkış]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↘ [hayır bloğu] → [çıkış]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DÜŞÜK  → hafif, ucuz (K-01, K-02, K-07)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YÜKSEK → katmanlı (K-04 + K-05 + K-08 + çeşitlendirme)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Her katman: kazanç (güç/dayanıklılık) vs. maliyet (boyut/hız) → ölç ve yaz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 → [kontrol] → [basari] → [cikis]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↘ [hata] → [cikis]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[giris]→[switch]⇄{case1,case2,...,caseN, sahte1..k}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