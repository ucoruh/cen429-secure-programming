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 saldırgan modeli — şema</a:t>
            </a:r>
          </a:p>
        </p:txBody>
      </p:sp>
      <p:pic>
        <p:nvPicPr>
          <p:cNvPr id="7" name="Picture 6" descr="h09-03-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kuralı şablonu — şema</a:t>
            </a:r>
          </a:p>
        </p:txBody>
      </p:sp>
      <p:pic>
        <p:nvPicPr>
          <p:cNvPr id="7" name="Picture 6" descr="h09-10-koruma-kur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Sanallaştırma — şema</a:t>
            </a:r>
          </a:p>
        </p:txBody>
      </p:sp>
      <p:pic>
        <p:nvPicPr>
          <p:cNvPr id="7" name="Picture 6" descr="h09-06-sanallast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1769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ölçüt — şema</a:t>
            </a:r>
          </a:p>
        </p:txBody>
      </p:sp>
      <p:pic>
        <p:nvPicPr>
          <p:cNvPr id="7" name="Picture 6" descr="h09-08-dort-ol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kaynak.c  --(derleyici)--&gt;  program (ikili)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insan okur              makine çalıştırır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[giriş] → [koşul] → [evet bloğu] → [çıkış]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↘ [hayır bloğu] → [çıkış]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— şema</a:t>
            </a:r>
          </a:p>
        </p:txBody>
      </p:sp>
      <p:pic>
        <p:nvPicPr>
          <p:cNvPr id="7" name="Picture 6" descr="h09-12-c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Opak yüklem — şema</a:t>
            </a:r>
          </a:p>
        </p:txBody>
      </p:sp>
      <p:pic>
        <p:nvPicPr>
          <p:cNvPr id="7" name="Picture 6" descr="h09-02-opak-yuk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Sahte işlem ≠ ölü dal — şema</a:t>
            </a:r>
          </a:p>
        </p:txBody>
      </p:sp>
      <p:pic>
        <p:nvPicPr>
          <p:cNvPr id="7" name="Picture 6" descr="h09-05-sahte-o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Düzleştirme: önce/sonra — şema</a:t>
            </a:r>
          </a:p>
        </p:txBody>
      </p:sp>
      <p:pic>
        <p:nvPicPr>
          <p:cNvPr id="7" name="Picture 6" descr="h09-04-duzlest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— şema</a:t>
            </a:r>
          </a:p>
        </p:txBody>
      </p:sp>
      <p:pic>
        <p:nvPicPr>
          <p:cNvPr id="7" name="Picture 6" descr="h09-07-cesit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8275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DÜŞÜK  → hafif, ucuz (K-01, K-02, K-07)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YÜKSEK → katmanlı (K-04 + K-05 + K-08 + çeşitlendirme)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Her katman: kazanç (güç/dayanıklılık) vs. maliyet (boyut/hız) → ölç ve yaz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tarafın araçları — şema</a:t>
            </a:r>
          </a:p>
        </p:txBody>
      </p:sp>
      <p:pic>
        <p:nvPicPr>
          <p:cNvPr id="7" name="Picture 6" descr="h09-09-deobfus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 → [kontrol] → [basari] → [cikis]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↘ [hata] → [cikis]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[giris]→[switch]⇄{case1,case2,...,caseN, sahte1..k}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